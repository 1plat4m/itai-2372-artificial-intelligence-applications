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147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87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B8A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2743200" cy="2743200"/>
          </a:xfrm>
          <a:prstGeom prst="ellipse">
            <a:avLst/>
          </a:prstGeom>
          <a:solidFill>
            <a:srgbClr val="00B8A9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Villalobos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</a:t>
            </a:r>
            <a:r>
              <a:rPr lang="en-US" sz="2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r>
              <a:rPr lang="en-US" sz="20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ITAI 2372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doesn’t just predict. AI that proves.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7353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9144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48840" y="3611880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284" y="37353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840480" y="3611880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3924" y="373532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532120" y="3611880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5564" y="373532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8348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Infrastructure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223760" y="3611880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7204" y="3735324"/>
            <a:ext cx="301752" cy="3017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7512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Ethics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Villalobos  ·  AI Portfolio  ·  ITAI 2372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01  /  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in Healthcare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Physician in the Machine  —  from Narrow AI scribes to a cross-modal Super-Consultant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" cy="41148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83" y="1784223"/>
            <a:ext cx="226314" cy="2263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/>
              <a:t>Today's medical AI is good at one task — spotting a tumor on a scan, for example. I explored what a smarter version would look like: a system that extracts data from a patient's wearable data, DNA, and environment to understand the whole person. Then I weighed the real risks — AI that can't explain its decisions, bias that spreads across millions of patients, and doctors who lose their edge when they stop thinking for themselves.</a:t>
            </a:r>
          </a:p>
        </p:txBody>
      </p:sp>
      <p:sp>
        <p:nvSpPr>
          <p:cNvPr id="9" name="Text 6"/>
          <p:cNvSpPr/>
          <p:nvPr/>
        </p:nvSpPr>
        <p:spPr>
          <a:xfrm>
            <a:off x="457200" y="356425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MASTERED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1000" y="3762375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vs AGI: cross-domain reasoning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synthesis &amp; digital-twin simulation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risk, bias scaling, de-skilling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691640"/>
            <a:ext cx="3840480" cy="2971800"/>
          </a:xfrm>
          <a:prstGeom prst="rect">
            <a:avLst/>
          </a:prstGeom>
          <a:solidFill>
            <a:srgbClr val="0F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691640"/>
            <a:ext cx="73152" cy="2971800"/>
          </a:xfrm>
          <a:prstGeom prst="rect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   →    AGI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Single-task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9808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2578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09360" y="2578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scan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498080" y="2578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patient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0" y="2962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response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&amp; error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498080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Digital-twin sim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0" y="3346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0936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hospitals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49808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on Earth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0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model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0936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size fits all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49808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to your DNA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4572000"/>
            <a:ext cx="8229600" cy="164592"/>
          </a:xfrm>
          <a:prstGeom prst="rect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Villalobos  ·  AI Portfolio  ·  ITAI 2372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02  /  TECHNICAL DEPTH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Manufacturing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predictive maintenance  +  proposed AI-driven energy optimization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" cy="41148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83" y="1784223"/>
            <a:ext cx="226314" cy="2263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971675"/>
            <a:ext cx="343281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how General Electric's Predix platform combined IoT sensors and machine learning to predict equipment failures before they happened, then proposed an AI-driven energy optimization system to cut consumption and emissions across production facilities.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TOOLS MASTERED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90525" y="3728085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IoT sensor data pipelines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models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infrastructure &amp; real-time analytics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691640"/>
            <a:ext cx="3840480" cy="2971800"/>
          </a:xfrm>
          <a:prstGeom prst="rect">
            <a:avLst/>
          </a:prstGeom>
          <a:solidFill>
            <a:srgbClr val="0F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691640"/>
            <a:ext cx="73152" cy="29718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4572000"/>
            <a:ext cx="8229600" cy="164592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Villalobos  ·  AI Portfolio  ·  ITAI 2372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4983BA8-2DB8-EE81-CD3F-B8331D71985D}"/>
              </a:ext>
            </a:extLst>
          </p:cNvPr>
          <p:cNvSpPr/>
          <p:nvPr/>
        </p:nvSpPr>
        <p:spPr>
          <a:xfrm>
            <a:off x="5236845" y="1813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kern="0" spc="400" dirty="0">
                <a:solidFill>
                  <a:srgbClr val="F8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IMPACT</a:t>
            </a:r>
            <a:endParaRPr lang="en-US" sz="10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B54BC14E-0B2F-1E7B-01DE-770DFEF3F504}"/>
              </a:ext>
            </a:extLst>
          </p:cNvPr>
          <p:cNvSpPr/>
          <p:nvPr/>
        </p:nvSpPr>
        <p:spPr>
          <a:xfrm>
            <a:off x="5236845" y="217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28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2E862520-C7EE-1226-36D3-3EAE824A3E08}"/>
              </a:ext>
            </a:extLst>
          </p:cNvPr>
          <p:cNvSpPr/>
          <p:nvPr/>
        </p:nvSpPr>
        <p:spPr>
          <a:xfrm>
            <a:off x="5236845" y="2590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maintenance costs</a:t>
            </a:r>
            <a:endParaRPr lang="en-US" sz="11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39FC46DD-3BC9-BDE8-A837-D6129B278915}"/>
              </a:ext>
            </a:extLst>
          </p:cNvPr>
          <p:cNvSpPr/>
          <p:nvPr/>
        </p:nvSpPr>
        <p:spPr>
          <a:xfrm>
            <a:off x="5236845" y="3002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8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F941B4B4-29C1-F356-60E8-7A2D327CAF9A}"/>
              </a:ext>
            </a:extLst>
          </p:cNvPr>
          <p:cNvSpPr/>
          <p:nvPr/>
        </p:nvSpPr>
        <p:spPr>
          <a:xfrm>
            <a:off x="5236845" y="3413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downtime</a:t>
            </a:r>
            <a:endParaRPr lang="en-US" sz="1100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AFF91C29-C1A8-B754-61C3-7AEF7DE58E30}"/>
              </a:ext>
            </a:extLst>
          </p:cNvPr>
          <p:cNvSpPr/>
          <p:nvPr/>
        </p:nvSpPr>
        <p:spPr>
          <a:xfrm>
            <a:off x="5236845" y="3825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8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C3E19DC7-E6AC-1F8A-1C34-7039A7D2A60E}"/>
              </a:ext>
            </a:extLst>
          </p:cNvPr>
          <p:cNvSpPr/>
          <p:nvPr/>
        </p:nvSpPr>
        <p:spPr>
          <a:xfrm>
            <a:off x="5236845" y="4236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can apply this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hospital floors to oil rigs, from city traffic to factory lines — the same AI workflow patterns translate.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06040" cy="1371600"/>
          </a:xfrm>
          <a:prstGeom prst="rect">
            <a:avLst/>
          </a:prstGeom>
          <a:solidFill>
            <a:srgbClr val="1A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" cy="1371600"/>
          </a:xfrm>
          <a:prstGeom prst="rect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" y="1856232"/>
            <a:ext cx="411480" cy="41148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948815"/>
            <a:ext cx="226314" cy="2263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23317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Sensor-verified procedure compliance, predictive triage, hand-hygiene auditing.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27832" y="1691640"/>
            <a:ext cx="2606040" cy="1371600"/>
          </a:xfrm>
          <a:prstGeom prst="rect">
            <a:avLst/>
          </a:prstGeom>
          <a:solidFill>
            <a:srgbClr val="1A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27832" y="1691640"/>
            <a:ext cx="54864" cy="1371600"/>
          </a:xfrm>
          <a:prstGeom prst="rect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92424" y="1856232"/>
            <a:ext cx="411480" cy="41148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007" y="1948815"/>
            <a:ext cx="226314" cy="2263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67912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Oil, Gas &amp; Energy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92424" y="23317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Field-task verification, predictive maintenance, energy optimization.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98464" y="1691640"/>
            <a:ext cx="2606040" cy="1371600"/>
          </a:xfrm>
          <a:prstGeom prst="rect">
            <a:avLst/>
          </a:prstGeom>
          <a:solidFill>
            <a:srgbClr val="1A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998464" y="1691640"/>
            <a:ext cx="54864" cy="1371600"/>
          </a:xfrm>
          <a:prstGeom prst="rect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63056" y="1856232"/>
            <a:ext cx="411480" cy="41148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639" y="1948815"/>
            <a:ext cx="226314" cy="22631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38544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Public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163056" y="23317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governance platforms, citizen engagement, fraud detection.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57200" y="3227832"/>
            <a:ext cx="2606040" cy="1371600"/>
          </a:xfrm>
          <a:prstGeom prst="rect">
            <a:avLst/>
          </a:prstGeom>
          <a:solidFill>
            <a:srgbClr val="1A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57200" y="3227832"/>
            <a:ext cx="54864" cy="1371600"/>
          </a:xfrm>
          <a:prstGeom prst="rect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21792" y="3392424"/>
            <a:ext cx="411480" cy="41148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485007"/>
            <a:ext cx="226314" cy="22631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3392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21792" y="386791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flow, V2X coordination, digital-twin policy simulation.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27832" y="3227832"/>
            <a:ext cx="2606040" cy="1371600"/>
          </a:xfrm>
          <a:prstGeom prst="rect">
            <a:avLst/>
          </a:prstGeom>
          <a:solidFill>
            <a:srgbClr val="1A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227832" y="3227832"/>
            <a:ext cx="54864" cy="1371600"/>
          </a:xfrm>
          <a:prstGeom prst="rect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392424" y="3392424"/>
            <a:ext cx="411480" cy="41148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5007" y="3485007"/>
            <a:ext cx="226314" cy="22631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67912" y="3392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3392424" y="386791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coordination, fleet optimization, safety verification.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998464" y="3227832"/>
            <a:ext cx="2606040" cy="1371600"/>
          </a:xfrm>
          <a:prstGeom prst="rect">
            <a:avLst/>
          </a:prstGeom>
          <a:solidFill>
            <a:srgbClr val="1A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5998464" y="3227832"/>
            <a:ext cx="54864" cy="1371600"/>
          </a:xfrm>
          <a:prstGeom prst="rect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163056" y="3392424"/>
            <a:ext cx="411480" cy="41148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5639" y="3485007"/>
            <a:ext cx="226314" cy="22631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38544" y="3392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6163056" y="386791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farming, yield forecasting, crop-monitoring robotics.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Villalobos  ·  AI Portfolio  ·  ITAI 2372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00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F8B4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opportunities, collaborations — I'm open to all three.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" y="249059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88720" y="26334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https://github.com/1plat4m/ITAI-2372-Artificial-Intelligence-Applications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57" y="32678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88720" y="3410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nestor@digitallycrteative.net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00B8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57" y="404507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SKILLS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88720" y="4187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HTML 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CSS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Visualization  ·  Applied AI Ethics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Villalobos  ·  AI Portfolio  ·  ITAI 2372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490</Words>
  <Application>Microsoft Office PowerPoint</Application>
  <PresentationFormat>On-screen Show (16:9)</PresentationFormat>
  <Paragraphs>88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Nestor Villalobos — AI Portfolio</dc:title>
  <dc:subject>PptxGenJS Presentation</dc:subject>
  <dc:creator>Nestor Villalobos</dc:creator>
  <cp:lastModifiedBy>Nestor Villalobos</cp:lastModifiedBy>
  <cp:revision>3</cp:revision>
  <dcterms:created xsi:type="dcterms:W3CDTF">2026-05-07T09:08:55Z</dcterms:created>
  <dcterms:modified xsi:type="dcterms:W3CDTF">2026-05-07T09:59:16Z</dcterms:modified>
</cp:coreProperties>
</file>